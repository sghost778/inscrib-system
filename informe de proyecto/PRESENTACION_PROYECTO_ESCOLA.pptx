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6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INSCRIB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EF4F2"/>
                </a:solidFill>
                <a:latin typeface="Calibri"/>
              </a:rPr>
              <a:t>Sistema de Gestión de Inscripciones y Administración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U.E. Dr. José Manuel Cova Maza - Puerto Ordaz, Estado Bolívar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EEF4F2"/>
                </a:solidFill>
                <a:latin typeface="Calibri"/>
              </a:rPr>
              <a:t>Marcelo Fernando Campos Anacona (V-32.062.637)  |  UPTJAA  |  Pasantías Profesionales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Procesos de inscripción y matrícula manuales, basados en hojas de cálculo.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Falta de trazabilidad de los cambios sobre los expedientes escolares.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Demoras en la atención a representantes y en la generación de documentos.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Información institucional no publicada ni actualizada en la web.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Riesgo de pérdida de información por falta de respaldos y auditoría.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B689"/>
                </a:solidFill>
                <a:latin typeface="Calibri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Desarrollar un sistema web que automatice las inscripciones, la gestión de estudiantes y representantes, y la administración del sitio web institucional.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B689"/>
                </a:solidFill>
                <a:latin typeface="Calibri"/>
              </a:rPr>
              <a:t>Objetivos Específicos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Diagnosticar los procesos de administración escolar.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Diseñar la arquitectura con Flask y SQLAlchemy.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Desarrollar módulos de estudiantes, representantes y matrícula.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Desarrollar el sitio web público y la seguridad/auditoría.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 anchor="ctr">
                    <a:solidFill>
                      <a:srgbClr val="00B6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anchor="ctr">
                    <a:solidFill>
                      <a:srgbClr val="00B68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Presentación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HTML5, CSS3, JavaScript, Font Awesome, PWA (manifest/sw.js)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Flask 3.1.1, Blueprints, SQLAlchemy, bcrypt, Talisman, Limiter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Datos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SQLite (test.db) - 20 tablas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Módulos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Autenticación / Login (bcrypt + Talisman + Limiter).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Gestión de Usuarios (roles admin / secretario).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Año Escolar y Grados.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Estudiantes y Representantes (registro, listado, consulta).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Matrícula / Inscripción.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Plantillas de Documentos (python-docx).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Administración del Sitio Web (Noticias, Programas, Galería, Config).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Seguridad y Auditoría (REGISTRO_AUDITORIA).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Portal del Representante (sitio público).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Tecnologías Utilizadas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anchor="ctr">
                    <a:solidFill>
                      <a:srgbClr val="00B6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 anchor="ctr">
                    <a:solidFill>
                      <a:srgbClr val="00B6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Propósito</a:t>
                      </a:r>
                    </a:p>
                  </a:txBody>
                  <a:tcPr anchor="ctr">
                    <a:solidFill>
                      <a:srgbClr val="00B68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Flask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3.1.1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Backend web (Python 3.13)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SQLAlchemy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Flask-Talisman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Cabeceras de seguridad / CSP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Flask-Limiter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Rate limiting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bcrypt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Hash de contraseñas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python-docx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Generación de documentos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3.x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Base de datos</a:t>
                      </a:r>
                    </a:p>
                  </a:txBody>
                  <a:tcPr anchor="ctr"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App instalable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Sistema implementado con 9 módulos funcionales.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20 tablas de base de datos modelando la gestión escolar.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Usuarios por defecto (admin/secretario) creados en create_app.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REGISTRO_AUDITORIA con clave INTEGER AUTOINCREMENT.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INSCRIPCION con estado, fecha_retiro, lapso_registro y motivo_retiro.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Sitio público en puerto 5002 y panel admin en puerto 5001.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72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Conclusiones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El sistema cumple los objetivos y mejora la eficiencia administrativa.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La seguridad (bcrypt, Talisman, Limiter) y la auditoría fortalecen la integridad.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Recomendación: respaldos automáticos y migración a un motor más robusto en producción.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Recomendación: ampliar el portal del representante y agregar reportes.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